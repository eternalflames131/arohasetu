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3c41d9527d42fa" /><Relationship Type="http://schemas.openxmlformats.org/officeDocument/2006/relationships/extended-properties" Target="/docProps/app.xml" Id="Rfdb6a14c679242c1" /><Relationship Type="http://schemas.openxmlformats.org/officeDocument/2006/relationships/officeDocument" Target="/ppt/presentation.xml" Id="R6c408464d3f94d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12556e77344aa3"/>
  </p:sldMasterIdLst>
  <p:notesMasterIdLst>
    <p:notesMasterId xmlns:r="http://schemas.openxmlformats.org/officeDocument/2006/relationships" r:id="R8301f4fded6946d6"/>
  </p:notesMasterIdLst>
  <p:sldIdLst>
    <p:sldId xmlns:r="http://schemas.openxmlformats.org/officeDocument/2006/relationships" id="256" r:id="Raad0f6f1bfa94107"/>
    <p:sldId xmlns:r="http://schemas.openxmlformats.org/officeDocument/2006/relationships" id="257" r:id="Rf252e80f5fec4519"/>
    <p:sldId xmlns:r="http://schemas.openxmlformats.org/officeDocument/2006/relationships" id="258" r:id="R08f614bce71c4cf9"/>
    <p:sldId xmlns:r="http://schemas.openxmlformats.org/officeDocument/2006/relationships" id="259" r:id="Ra01ae9f9f1904214"/>
    <p:sldId xmlns:r="http://schemas.openxmlformats.org/officeDocument/2006/relationships" id="260" r:id="R6134b1bb8407435b"/>
    <p:sldId xmlns:r="http://schemas.openxmlformats.org/officeDocument/2006/relationships" id="261" r:id="Rd6ea0587dc114548"/>
    <p:sldId xmlns:r="http://schemas.openxmlformats.org/officeDocument/2006/relationships" id="262" r:id="Rcd80bf25f77742d2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af5f0fa4fa459a" /><Relationship Type="http://schemas.openxmlformats.org/officeDocument/2006/relationships/slideMaster" Target="/ppt/slideMasters/slideMaster1.xml" Id="R3912556e77344aa3" /><Relationship Type="http://schemas.openxmlformats.org/officeDocument/2006/relationships/notesMaster" Target="/ppt/notesMasters/notesMaster1.xml" Id="R8301f4fded6946d6" /><Relationship Type="http://schemas.openxmlformats.org/officeDocument/2006/relationships/presProps" Target="/ppt/presProps.xml" Id="R4814dfa3b2734a2a" /><Relationship Type="http://schemas.openxmlformats.org/officeDocument/2006/relationships/tableStyles" Target="/ppt/tableStyles.xml" Id="R2ead918f6dc34a07" /><Relationship Type="http://schemas.openxmlformats.org/officeDocument/2006/relationships/slide" Target="/ppt/slides/slide1.xml" Id="Raad0f6f1bfa94107" /><Relationship Type="http://schemas.openxmlformats.org/officeDocument/2006/relationships/slide" Target="/ppt/slides/slide2.xml" Id="Rf252e80f5fec4519" /><Relationship Type="http://schemas.openxmlformats.org/officeDocument/2006/relationships/slide" Target="/ppt/slides/slide3.xml" Id="R08f614bce71c4cf9" /><Relationship Type="http://schemas.openxmlformats.org/officeDocument/2006/relationships/slide" Target="/ppt/slides/slide4.xml" Id="Ra01ae9f9f1904214" /><Relationship Type="http://schemas.openxmlformats.org/officeDocument/2006/relationships/slide" Target="/ppt/slides/slide5.xml" Id="R6134b1bb8407435b" /><Relationship Type="http://schemas.openxmlformats.org/officeDocument/2006/relationships/slide" Target="/ppt/slides/slide6.xml" Id="Rd6ea0587dc114548" /><Relationship Type="http://schemas.openxmlformats.org/officeDocument/2006/relationships/slide" Target="/ppt/slides/slide7.xml" Id="Rcd80bf25f77742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76a79c68224c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fa768ebff64bcc" /><Relationship Type="http://schemas.openxmlformats.org/officeDocument/2006/relationships/notesMaster" Target="/ppt/notesMasters/notesMaster1.xml" Id="Rf5ccd073441d4d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cea331764b408f" /><Relationship Type="http://schemas.openxmlformats.org/officeDocument/2006/relationships/notesMaster" Target="/ppt/notesMasters/notesMaster1.xml" Id="Rad1d92831c1548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18dde1e4bb4ee3" /><Relationship Type="http://schemas.openxmlformats.org/officeDocument/2006/relationships/notesMaster" Target="/ppt/notesMasters/notesMaster1.xml" Id="R2f5188529fe94f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de9bdea96245fc" /><Relationship Type="http://schemas.openxmlformats.org/officeDocument/2006/relationships/notesMaster" Target="/ppt/notesMasters/notesMaster1.xml" Id="Rf00c251c26f34a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4ca4cc930f44ab" /><Relationship Type="http://schemas.openxmlformats.org/officeDocument/2006/relationships/notesMaster" Target="/ppt/notesMasters/notesMaster1.xml" Id="R8f86bf4acfc044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1f802bbf5d4c48" /><Relationship Type="http://schemas.openxmlformats.org/officeDocument/2006/relationships/notesMaster" Target="/ppt/notesMasters/notesMaster1.xml" Id="R9934bab3c0a341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5c40357aa14526" /><Relationship Type="http://schemas.openxmlformats.org/officeDocument/2006/relationships/notesMaster" Target="/ppt/notesMasters/notesMaster1.xml" Id="R3f3a437a67044e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fffeec45be4a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26003d2a345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1ee90c03f40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6bdf2bdea43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a8bf274354a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03ed60da249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4BE1C3-8C8F-48EC-B08B-6B35B14B80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D4CDAF-FC65-494D-8E11-95BBCA181B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2CCA080-A069-4164-87A9-A3F0F5535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DFAB72-3115-4A05-BFE7-4BE02C82B9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924608-B927-4081-B2D9-DD00CB7F5D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DDD479-4C0E-4D57-A7AD-3C84BFC43A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8F72F9-8F9E-4726-907A-955D26B905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487289-11BC-4609-8EAF-7BD28A36AC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FEB485-44FC-42FC-B62B-A23BFBF6C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E54A74-2219-45EF-B8B3-E8AD4190A6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fad986da78451d" /><Relationship Type="http://schemas.openxmlformats.org/officeDocument/2006/relationships/slideLayout" Target="/ppt/slideLayouts/slideLayout1.xml" Id="R5ed67a63cd764fb4" /><Relationship Type="http://schemas.openxmlformats.org/officeDocument/2006/relationships/slideLayout" Target="/ppt/slideLayouts/slideLayout2.xml" Id="Rdd0023b04375463e" /><Relationship Type="http://schemas.openxmlformats.org/officeDocument/2006/relationships/slideLayout" Target="/ppt/slideLayouts/slideLayout3.xml" Id="R0ef76184628d4517" /><Relationship Type="http://schemas.openxmlformats.org/officeDocument/2006/relationships/slideLayout" Target="/ppt/slideLayouts/slideLayout4.xml" Id="R01d012e90bdb4108" /><Relationship Type="http://schemas.openxmlformats.org/officeDocument/2006/relationships/slideLayout" Target="/ppt/slideLayouts/slideLayout5.xml" Id="R1675f431c4b24d05" /><Relationship Type="http://schemas.openxmlformats.org/officeDocument/2006/relationships/slideLayout" Target="/ppt/slideLayouts/slideLayout6.xml" Id="R96c81042f727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d67a63cd764fb4"/>
    <p:sldLayoutId xmlns:r="http://schemas.openxmlformats.org/officeDocument/2006/relationships" id="2147483650" r:id="Rdd0023b04375463e"/>
    <p:sldLayoutId xmlns:r="http://schemas.openxmlformats.org/officeDocument/2006/relationships" id="2147483651" r:id="R0ef76184628d4517"/>
    <p:sldLayoutId xmlns:r="http://schemas.openxmlformats.org/officeDocument/2006/relationships" id="2147483652" r:id="R01d012e90bdb4108"/>
    <p:sldLayoutId xmlns:r="http://schemas.openxmlformats.org/officeDocument/2006/relationships" id="2147483653" r:id="R1675f431c4b24d05"/>
    <p:sldLayoutId xmlns:r="http://schemas.openxmlformats.org/officeDocument/2006/relationships" id="2147483654" r:id="R96c81042f727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4880e21914353" /><Relationship Type="http://schemas.openxmlformats.org/officeDocument/2006/relationships/image" Target="/ppt/media/image.png" Id="Rcdf1540715e642e5" /><Relationship Type="http://schemas.openxmlformats.org/officeDocument/2006/relationships/notesSlide" Target="/ppt/notesSlides/notesSlide1.xml" Id="R43cf4c42a3f34f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822d08f634371" /><Relationship Type="http://schemas.openxmlformats.org/officeDocument/2006/relationships/image" Target="/ppt/media/image2.png" Id="R792602a331204cfb" /><Relationship Type="http://schemas.openxmlformats.org/officeDocument/2006/relationships/notesSlide" Target="/ppt/notesSlides/notesSlide2.xml" Id="Rd31a25ed4dfa4b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eb103b7864cb3" /><Relationship Type="http://schemas.openxmlformats.org/officeDocument/2006/relationships/image" Target="/ppt/media/image3.png" Id="Ree063b7bd13a4a23" /><Relationship Type="http://schemas.openxmlformats.org/officeDocument/2006/relationships/notesSlide" Target="/ppt/notesSlides/notesSlide3.xml" Id="Ra7c88e4f95aa46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700c5636d47b4" /><Relationship Type="http://schemas.openxmlformats.org/officeDocument/2006/relationships/image" Target="/ppt/media/image4.png" Id="R6d9eb26f91cf40dd" /><Relationship Type="http://schemas.openxmlformats.org/officeDocument/2006/relationships/notesSlide" Target="/ppt/notesSlides/notesSlide4.xml" Id="Rbb891e99c1e04d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7465555824809" /><Relationship Type="http://schemas.openxmlformats.org/officeDocument/2006/relationships/image" Target="/ppt/media/image5.png" Id="R1ca065db20ab469d" /><Relationship Type="http://schemas.openxmlformats.org/officeDocument/2006/relationships/notesSlide" Target="/ppt/notesSlides/notesSlide5.xml" Id="Rb42f445f492c41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526b9d5454f73" /><Relationship Type="http://schemas.openxmlformats.org/officeDocument/2006/relationships/image" Target="/ppt/media/image6.png" Id="R4eae775dc9884d63" /><Relationship Type="http://schemas.openxmlformats.org/officeDocument/2006/relationships/notesSlide" Target="/ppt/notesSlides/notesSlide6.xml" Id="R2500be3460b943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61a32ecf34144" /><Relationship Type="http://schemas.openxmlformats.org/officeDocument/2006/relationships/image" Target="/ppt/media/image7.png" Id="R333029100c3a49c8" /><Relationship Type="http://schemas.openxmlformats.org/officeDocument/2006/relationships/notesSlide" Target="/ppt/notesSlides/notesSlide7.xml" Id="R7d498791474c49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F46FB-785B-403E-8713-967BD26F2F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1540715e642e5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45772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9EE3A-1A57-492F-8E78-E59C7C06E1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602a331204cfb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77019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3EE6A-E482-4F21-9E21-FEBCBB8061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63b7bd13a4a23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75175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534BF-717C-4BDF-929D-C00F2A9964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eb26f91cf40dd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41595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C22E0-5D0E-4AD3-8D1A-89A7981FC0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065db20ab469d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5219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6B66C-559C-4FA4-B80F-D231C71B6F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e775dc9884d63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20682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586F6-BCC0-40B4-A188-3032F78CA2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029100c3a49c8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37250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2026-10-21T12:40:51.6780000Z</dcterms:created>
  <dcterms:modified xsi:type="dcterms:W3CDTF">2026-10-21T12:40:51.6780000Z</dcterms:modified>
</coreProperties>
</file>